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image" Target="../media/image-4-5.jpg"/><Relationship Id="rId6" Type="http://schemas.openxmlformats.org/officeDocument/2006/relationships/image" Target="../media/image-4-6.jpg"/><Relationship Id="rId7" Type="http://schemas.openxmlformats.org/officeDocument/2006/relationships/image" Target="../media/image-4-7.jpg"/><Relationship Id="rId8" Type="http://schemas.openxmlformats.org/officeDocument/2006/relationships/image" Target="../media/image-4-8.jp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A63EC"/>
          </a:solidFill>
          <a:ln/>
        </p:spPr>
      </p:sp>
      <p:pic>
        <p:nvPicPr>
          <p:cNvPr id="3" name="Image 0" descr="/Users/harshit/Code/Zennah/meshinspector/docs/reports/algorithm-proof/images/snake_thicken_af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371600"/>
            <a:ext cx="4206240" cy="3154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55448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spc="100" kern="0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MISSION SPECTRE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841248" y="25146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6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Rust-backed jewelry mesh-manipulation platform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41248" y="306324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validation on the snake ring — the hard case, not a donut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41248" y="429768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</a:rPr>
              <a:t>16</a:t>
            </a:r>
            <a:pPr indent="0" marL="0">
              <a:buNone/>
            </a:pPr>
            <a:r>
              <a:rPr lang="en-US" sz="1300" dirty="0">
                <a:solidFill>
                  <a:srgbClr val="9DB0D6"/>
                </a:solidFill>
              </a:rPr>
              <a:t>  algorithms shown on the snake      </a:t>
            </a:r>
            <a:pPr indent="0" marL="0">
              <a:buNone/>
            </a:pPr>
            <a:r>
              <a:rPr lang="en-US" sz="3000" b="1" dirty="0">
                <a:solidFill>
                  <a:srgbClr val="00C2A8"/>
                </a:solidFill>
              </a:rPr>
              <a:t>769</a:t>
            </a:r>
            <a:pPr indent="0" marL="0">
              <a:buNone/>
            </a:pPr>
            <a:r>
              <a:rPr lang="en-US" sz="1300" dirty="0">
                <a:solidFill>
                  <a:srgbClr val="9DB0D6"/>
                </a:solidFill>
              </a:rPr>
              <a:t>  Rust tests passing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841248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co-founder review · 2026-06-14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complete geometry engine for jewelry CAD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Spectre turns raw 3D scans and CAD meshes into manufacturable jewelry —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decimate, hollow, scoop, resize to ring size, offset, boolean, repair, voxel-remesh</a:t>
            </a:r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with the heavy geometry done by in-house Rust kernels and a MeshLib-style 3D workbench UI.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40880" y="1600200"/>
            <a:ext cx="4572000" cy="1024128"/>
          </a:xfrm>
          <a:prstGeom prst="roundRect">
            <a:avLst>
              <a:gd name="adj" fmla="val 8036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1600200"/>
            <a:ext cx="109728" cy="1024128"/>
          </a:xfrm>
          <a:prstGeom prst="rect">
            <a:avLst/>
          </a:prstGeom>
          <a:solidFill>
            <a:srgbClr val="4A63E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74650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+ MeshLib WASM workbench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0" y="2148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viewer, ribbon commands, brushes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052560" y="256946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D6"/>
                </a:solidFill>
              </a:rPr>
              <a:t>▼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0880" y="2834640"/>
            <a:ext cx="4572000" cy="1024128"/>
          </a:xfrm>
          <a:prstGeom prst="roundRect">
            <a:avLst>
              <a:gd name="adj" fmla="val 8036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0880" y="2834640"/>
            <a:ext cx="109728" cy="1024128"/>
          </a:xfrm>
          <a:prstGeom prst="rect">
            <a:avLst/>
          </a:prstGeom>
          <a:solidFill>
            <a:srgbClr val="00C2A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29809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service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0" y="33832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mesh pipeline, jobs, artifacts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052560" y="380390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D6"/>
                </a:solidFill>
              </a:rPr>
              <a:t>▼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40880" y="4069080"/>
            <a:ext cx="4572000" cy="1024128"/>
          </a:xfrm>
          <a:prstGeom prst="roundRect">
            <a:avLst>
              <a:gd name="adj" fmla="val 8036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0" y="4069080"/>
            <a:ext cx="109728" cy="1024128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421538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geometry_sdk (Python facade)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0" y="4617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pass-through — no geometry logic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052560" y="5038344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D6"/>
                </a:solidFill>
              </a:rPr>
              <a:t>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40880" y="5303520"/>
            <a:ext cx="4572000" cy="1024128"/>
          </a:xfrm>
          <a:prstGeom prst="roundRect">
            <a:avLst>
              <a:gd name="adj" fmla="val 8036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5303520"/>
            <a:ext cx="109728" cy="102412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54498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zennah-geometry Rust kernels (PyO3)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315200" y="5852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QEM, voxel/SDF, exact-boolean, ICP…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CLAIM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Production-grade algorithm core, validated end-to-end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6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algorithms verified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before / after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56432" y="19202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2286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593592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 kernels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Rust-backed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72784" y="19202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72784" y="2286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3FD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769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09944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correctness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89136" y="1920240"/>
            <a:ext cx="2606040" cy="2468880"/>
          </a:xfrm>
          <a:prstGeom prst="roundRect">
            <a:avLst>
              <a:gd name="adj" fmla="val 333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89136" y="2286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9B8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~13,000×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9226296" y="338328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decimate speed-up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rewrite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937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result was dispatched through the live workbench backend endpoint and inspected for watertightness, volume and surface quality — not unit tests alone.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PROOF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→ after on the snake ring (the hard case)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3337560"/>
          </a:xfrm>
          <a:prstGeom prst="roundRect">
            <a:avLst>
              <a:gd name="adj" fmla="val 3158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pic>
        <p:nvPicPr>
          <p:cNvPr id="5" name="Image 0" descr="/Users/harshit/Code/Zennah/meshinspector/docs/reports/algorithm-proof/images/snake_decimate_bef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72768"/>
            <a:ext cx="1165860" cy="1417320"/>
          </a:xfrm>
          <a:prstGeom prst="rect">
            <a:avLst/>
          </a:prstGeom>
        </p:spPr>
      </p:pic>
      <p:pic>
        <p:nvPicPr>
          <p:cNvPr id="6" name="Image 1" descr="/Users/harshit/Code/Zennah/meshinspector/docs/reports/algorithm-proof/images/snake_decimate_aft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532" y="1572768"/>
            <a:ext cx="1165860" cy="1417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808" y="299923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D6"/>
                </a:solidFill>
              </a:rPr>
              <a:t>before          after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749808" y="33101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Decimate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749808" y="3703320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994k → 20k faces (−98%), curved surface intact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456432" y="1463040"/>
            <a:ext cx="2606040" cy="3337560"/>
          </a:xfrm>
          <a:prstGeom prst="roundRect">
            <a:avLst>
              <a:gd name="adj" fmla="val 3158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pic>
        <p:nvPicPr>
          <p:cNvPr id="11" name="Image 2" descr="/Users/harshit/Code/Zennah/meshinspector/docs/reports/algorithm-proof/images/snake_hollow_befor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572768"/>
            <a:ext cx="1165860" cy="1417320"/>
          </a:xfrm>
          <a:prstGeom prst="rect">
            <a:avLst/>
          </a:prstGeom>
        </p:spPr>
      </p:pic>
      <p:pic>
        <p:nvPicPr>
          <p:cNvPr id="12" name="Image 3" descr="/Users/harshit/Code/Zennah/meshinspector/docs/reports/algorithm-proof/images/snake_hollow_after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1572768"/>
            <a:ext cx="1165860" cy="1417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566160" y="299923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D6"/>
                </a:solidFill>
              </a:rPr>
              <a:t>before          after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566160" y="33101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Protected Hollow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3566160" y="3703320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cavity, welded watertight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6272784" y="1463040"/>
            <a:ext cx="2606040" cy="3337560"/>
          </a:xfrm>
          <a:prstGeom prst="roundRect">
            <a:avLst>
              <a:gd name="adj" fmla="val 3158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pic>
        <p:nvPicPr>
          <p:cNvPr id="17" name="Image 4" descr="/Users/harshit/Code/Zennah/meshinspector/docs/reports/algorithm-proof/images/snake_thicken_before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572768"/>
            <a:ext cx="1165860" cy="1417320"/>
          </a:xfrm>
          <a:prstGeom prst="rect">
            <a:avLst/>
          </a:prstGeom>
        </p:spPr>
      </p:pic>
      <p:pic>
        <p:nvPicPr>
          <p:cNvPr id="18" name="Image 5" descr="/Users/harshit/Code/Zennah/meshinspector/docs/reports/algorithm-proof/images/snake_thicken_after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3236" y="1572768"/>
            <a:ext cx="1165860" cy="141732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382512" y="299923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D6"/>
                </a:solidFill>
              </a:rPr>
              <a:t>before          after</a:t>
            </a:r>
            <a:endParaRPr lang="en-US" sz="900" dirty="0"/>
          </a:p>
        </p:txBody>
      </p:sp>
      <p:sp>
        <p:nvSpPr>
          <p:cNvPr id="20" name="Text 12"/>
          <p:cNvSpPr/>
          <p:nvPr/>
        </p:nvSpPr>
        <p:spPr>
          <a:xfrm>
            <a:off x="6382512" y="33101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Thicken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6382512" y="3703320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+86% material to minimum thickness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089136" y="1463040"/>
            <a:ext cx="2606040" cy="3337560"/>
          </a:xfrm>
          <a:prstGeom prst="roundRect">
            <a:avLst>
              <a:gd name="adj" fmla="val 3158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pic>
        <p:nvPicPr>
          <p:cNvPr id="23" name="Image 6" descr="/Users/harshit/Code/Zennah/meshinspector/docs/reports/algorithm-proof/images/snake_boolean_difference_before.jp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98864" y="1572768"/>
            <a:ext cx="1165860" cy="1417320"/>
          </a:xfrm>
          <a:prstGeom prst="rect">
            <a:avLst/>
          </a:prstGeom>
        </p:spPr>
      </p:pic>
      <p:pic>
        <p:nvPicPr>
          <p:cNvPr id="24" name="Image 7" descr="/Users/harshit/Code/Zennah/meshinspector/docs/reports/algorithm-proof/images/snake_boolean_difference_after.jp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9588" y="1572768"/>
            <a:ext cx="1165860" cy="1417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9198864" y="2999232"/>
            <a:ext cx="23865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DB0D6"/>
                </a:solidFill>
              </a:rPr>
              <a:t>before          after</a:t>
            </a:r>
            <a:endParaRPr lang="en-US" sz="900" dirty="0"/>
          </a:p>
        </p:txBody>
      </p:sp>
      <p:sp>
        <p:nvSpPr>
          <p:cNvPr id="26" name="Text 16"/>
          <p:cNvSpPr/>
          <p:nvPr/>
        </p:nvSpPr>
        <p:spPr>
          <a:xfrm>
            <a:off x="9198864" y="3310128"/>
            <a:ext cx="23865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63E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 cut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9198864" y="3703320"/>
            <a:ext cx="23865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 − box, exact volumetric split</a:t>
            </a:r>
            <a:endParaRPr lang="en-US" sz="1100" dirty="0"/>
          </a:p>
        </p:txBody>
      </p:sp>
      <p:sp>
        <p:nvSpPr>
          <p:cNvPr id="28" name="Text 18"/>
          <p:cNvSpPr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set of 16 snake before/after pairs + per-algorithm metrics → Mission-Spectre-Algorithm-Validation.xlsx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UI command, every geometry family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385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476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43584" y="19202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Mesh editing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4505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Decimate · Subdivide · Make-Delone · Smooth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7373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39312" y="19385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19476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59936" y="19202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Hollowing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9312" y="24505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hollow · drain holes · adaptive-to-weight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7373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19385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19476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76288" y="19202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Offset family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5664" y="24505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Offset-verts/mesh · shell · weighted shell · expand/shrink · thicken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89136" y="17373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2016" y="19385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21" name="Text 19"/>
          <p:cNvSpPr/>
          <p:nvPr/>
        </p:nvSpPr>
        <p:spPr>
          <a:xfrm>
            <a:off x="9272016" y="19476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19202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Boolean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72016" y="24505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(∪ − ∩) · voxel boolean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5661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37673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7764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43584" y="3749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Voxel → mesh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2960" y="42793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· dual · smart · mask-to-mesh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6432" y="35661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39312" y="37673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31" name="Text 29"/>
          <p:cNvSpPr/>
          <p:nvPr/>
        </p:nvSpPr>
        <p:spPr>
          <a:xfrm>
            <a:off x="3639312" y="37764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059936" y="3749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Jewelry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3639312" y="42793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to ring size · scoop · make-manufacturable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35661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5664" y="37673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36" name="Text 34"/>
          <p:cNvSpPr/>
          <p:nvPr/>
        </p:nvSpPr>
        <p:spPr>
          <a:xfrm>
            <a:off x="6455664" y="37764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76288" y="3749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cloud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6455664" y="42793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Triangulation · pairwise &amp; multiway ICP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89136" y="3566160"/>
            <a:ext cx="2606040" cy="1600200"/>
          </a:xfrm>
          <a:prstGeom prst="roundRect">
            <a:avLst>
              <a:gd name="adj" fmla="val 5143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72016" y="3767328"/>
            <a:ext cx="310896" cy="310896"/>
          </a:xfrm>
          <a:prstGeom prst="ellipse">
            <a:avLst/>
          </a:prstGeom>
          <a:solidFill>
            <a:srgbClr val="4A63EC"/>
          </a:solidFill>
          <a:ln/>
        </p:spPr>
      </p:sp>
      <p:sp>
        <p:nvSpPr>
          <p:cNvPr id="41" name="Text 39"/>
          <p:cNvSpPr/>
          <p:nvPr/>
        </p:nvSpPr>
        <p:spPr>
          <a:xfrm>
            <a:off x="9272016" y="3776472"/>
            <a:ext cx="3108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692640" y="3749040"/>
            <a:ext cx="1874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 / data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9272016" y="4279392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Measure+features · distance maps · lines · g-code · slices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Quadratic kernels rebuilt to near-linear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Decimate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~13,000×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6868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in-place collapse + lazy heap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bit-exact, manifold-safe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Subdivide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80560" y="26060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~1,500×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461772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s → 0.15 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adjacency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057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Voxel → mesh (dual)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0" y="2606040"/>
            <a:ext cx="3337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~1,000×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366760" y="3611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 → 0.05 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ray BVH per pass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speed-ups verified bit-identical to the reference output — faster, not approximate.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C2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&amp; RECENT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Correctness fixes + newly-migrated algorithms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D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Correctness hardening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B8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Recent Rust migrations (validated)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91440" cy="9784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939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Watertight hollow &amp; thicken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4780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Rust weld pass closes voxel pinch points (bnd → 0)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081528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081528"/>
            <a:ext cx="91440" cy="9784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2095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Accurate ring sizing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593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bore percentile — hollow rings no longer read oversize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97096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197096"/>
            <a:ext cx="91440" cy="9784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3251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Manifold-safe decimation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MeshLib-faithful collapse guard at any reduction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312664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5312664"/>
            <a:ext cx="91440" cy="978408"/>
          </a:xfrm>
          <a:prstGeom prst="rect">
            <a:avLst/>
          </a:prstGeom>
          <a:solidFill>
            <a:srgbClr val="3FD08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 / fold guards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824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offset, shell, resize refuse non-manufacturable output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1965960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1965960"/>
            <a:ext cx="91440" cy="978408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20939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fitting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0" y="24780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plane/sphere/cylinder… snaps to exact surface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309360" y="3081528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09360" y="3081528"/>
            <a:ext cx="91440" cy="978408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32095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Point-cloud triangulation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83680" y="3593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→ watertight mesh, now UI-wired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09360" y="4197096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09360" y="4197096"/>
            <a:ext cx="91440" cy="978408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32511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Multiway ICP registration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583680" y="4709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clouds aligned to ≈0 mm residual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5312664"/>
            <a:ext cx="5212080" cy="978408"/>
          </a:xfrm>
          <a:prstGeom prst="roundRect">
            <a:avLst>
              <a:gd name="adj" fmla="val 841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9360" y="5312664"/>
            <a:ext cx="91440" cy="978408"/>
          </a:xfrm>
          <a:prstGeom prst="rect">
            <a:avLst/>
          </a:prstGeom>
          <a:solidFill>
            <a:srgbClr val="E9B872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5440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Object-lines &amp; G-code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83680" y="5824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contour/spline + toolpath I/O in Rust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7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A63E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F0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POC complete — the algorithm core is real and proven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 with stubs: every exposed operation runs in Rust, is reachable from the workbench, and produces inspected, manufacturable geometry.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566160"/>
            <a:ext cx="5212080" cy="2011680"/>
          </a:xfrm>
          <a:prstGeom prst="roundRect">
            <a:avLst>
              <a:gd name="adj" fmla="val 409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D08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Shipped &amp; verified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algorithms shown on the snake ring (before/after)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Rust-backed; 769 tests green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correctly protect the sub-mm snake tube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proof + coverage matrix delivered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3566160"/>
            <a:ext cx="5166360" cy="2011680"/>
          </a:xfrm>
          <a:prstGeom prst="roundRect">
            <a:avLst>
              <a:gd name="adj" fmla="val 4091"/>
            </a:avLst>
          </a:prstGeom>
          <a:solidFill>
            <a:srgbClr val="16223A"/>
          </a:solidFill>
          <a:ln w="9525">
            <a:solidFill>
              <a:srgbClr val="2739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B87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open items (tracked)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411480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Exact-boolean ∪/− mesh-parity (volumes exact; voxel-boolean watertight today)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Section-slice in-viewer rendering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50" dirty="0">
                <a:solidFill>
                  <a:srgbClr val="EA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official-product feature parity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D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Spectre · POC validation · deliverables: Excel workbook + coverage matrix + before/after image set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2026-06-15T04:59:39Z</dcterms:created>
  <dcterms:modified xsi:type="dcterms:W3CDTF">2026-06-15T04:59:39Z</dcterms:modified>
</cp:coreProperties>
</file>